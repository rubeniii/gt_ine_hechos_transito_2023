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2" r:id="rId7"/>
    <p:sldId id="261" r:id="rId8"/>
    <p:sldId id="260" r:id="rId9"/>
    <p:sldId id="263" r:id="rId10"/>
    <p:sldId id="265" r:id="rId11"/>
    <p:sldId id="264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3B4460-7AA4-A942-A882-9D4FD9400B0F}" v="20" dt="2025-11-14T20:44:02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58"/>
  </p:normalViewPr>
  <p:slideViewPr>
    <p:cSldViewPr snapToGrid="0">
      <p:cViewPr varScale="1">
        <p:scale>
          <a:sx n="101" d="100"/>
          <a:sy n="101" d="100"/>
        </p:scale>
        <p:origin x="112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én Coloma" userId="36c3f47725511336" providerId="LiveId" clId="{B32A3153-BFA4-56A8-851C-3206A2A398CA}"/>
    <pc:docChg chg="undo custSel addSld modSld sldOrd">
      <pc:chgData name="Rubén Coloma" userId="36c3f47725511336" providerId="LiveId" clId="{B32A3153-BFA4-56A8-851C-3206A2A398CA}" dt="2025-11-14T20:44:48.293" v="1977" actId="113"/>
      <pc:docMkLst>
        <pc:docMk/>
      </pc:docMkLst>
      <pc:sldChg chg="modSp">
        <pc:chgData name="Rubén Coloma" userId="36c3f47725511336" providerId="LiveId" clId="{B32A3153-BFA4-56A8-851C-3206A2A398CA}" dt="2025-11-14T20:44:02.131" v="1915"/>
        <pc:sldMkLst>
          <pc:docMk/>
          <pc:sldMk cId="1343632521" sldId="256"/>
        </pc:sldMkLst>
        <pc:spChg chg="mod">
          <ac:chgData name="Rubén Coloma" userId="36c3f47725511336" providerId="LiveId" clId="{B32A3153-BFA4-56A8-851C-3206A2A398CA}" dt="2025-11-14T20:44:02.131" v="1915"/>
          <ac:spMkLst>
            <pc:docMk/>
            <pc:sldMk cId="1343632521" sldId="256"/>
            <ac:spMk id="3" creationId="{CEA22C2E-A781-E5C8-E40B-3F556FA2DF63}"/>
          </ac:spMkLst>
        </pc:spChg>
      </pc:sldChg>
      <pc:sldChg chg="addSp delSp delDesignElem">
        <pc:chgData name="Rubén Coloma" userId="36c3f47725511336" providerId="LiveId" clId="{B32A3153-BFA4-56A8-851C-3206A2A398CA}" dt="2025-11-14T20:44:02.131" v="1915"/>
        <pc:sldMkLst>
          <pc:docMk/>
          <pc:sldMk cId="971036213" sldId="257"/>
        </pc:sldMkLst>
        <pc:spChg chg="add del">
          <ac:chgData name="Rubén Coloma" userId="36c3f47725511336" providerId="LiveId" clId="{B32A3153-BFA4-56A8-851C-3206A2A398CA}" dt="2025-11-14T20:44:02.131" v="1915"/>
          <ac:spMkLst>
            <pc:docMk/>
            <pc:sldMk cId="971036213" sldId="257"/>
            <ac:spMk id="8" creationId="{934B872D-6FE9-472A-9E92-342E41DA7C2B}"/>
          </ac:spMkLst>
        </pc:spChg>
        <pc:spChg chg="add del">
          <ac:chgData name="Rubén Coloma" userId="36c3f47725511336" providerId="LiveId" clId="{B32A3153-BFA4-56A8-851C-3206A2A398CA}" dt="2025-11-14T20:44:02.131" v="1915"/>
          <ac:spMkLst>
            <pc:docMk/>
            <pc:sldMk cId="971036213" sldId="257"/>
            <ac:spMk id="10" creationId="{488DEBA6-2ED2-4FED-8AAB-2F855348DDCC}"/>
          </ac:spMkLst>
        </pc:spChg>
        <pc:picChg chg="add del">
          <ac:chgData name="Rubén Coloma" userId="36c3f47725511336" providerId="LiveId" clId="{B32A3153-BFA4-56A8-851C-3206A2A398CA}" dt="2025-11-14T20:44:02.131" v="1915"/>
          <ac:picMkLst>
            <pc:docMk/>
            <pc:sldMk cId="971036213" sldId="257"/>
            <ac:picMk id="12" creationId="{32162F0F-A9B7-409A-AD12-ADD441861C0B}"/>
          </ac:picMkLst>
        </pc:picChg>
      </pc:sldChg>
      <pc:sldChg chg="addSp delSp modSp mod setBg delDesignElem">
        <pc:chgData name="Rubén Coloma" userId="36c3f47725511336" providerId="LiveId" clId="{B32A3153-BFA4-56A8-851C-3206A2A398CA}" dt="2025-11-14T20:44:02.131" v="1915"/>
        <pc:sldMkLst>
          <pc:docMk/>
          <pc:sldMk cId="2041390798" sldId="258"/>
        </pc:sldMkLst>
        <pc:spChg chg="add del">
          <ac:chgData name="Rubén Coloma" userId="36c3f47725511336" providerId="LiveId" clId="{B32A3153-BFA4-56A8-851C-3206A2A398CA}" dt="2025-11-14T16:15:08.910" v="4" actId="26606"/>
          <ac:spMkLst>
            <pc:docMk/>
            <pc:sldMk cId="2041390798" sldId="258"/>
            <ac:spMk id="9" creationId="{2770B5F4-AED0-4A3A-859D-B6239ED38A3B}"/>
          </ac:spMkLst>
        </pc:spChg>
        <pc:spChg chg="add del">
          <ac:chgData name="Rubén Coloma" userId="36c3f47725511336" providerId="LiveId" clId="{B32A3153-BFA4-56A8-851C-3206A2A398CA}" dt="2025-11-14T16:15:10.799" v="6" actId="26606"/>
          <ac:spMkLst>
            <pc:docMk/>
            <pc:sldMk cId="2041390798" sldId="258"/>
            <ac:spMk id="12" creationId="{4BCC8B00-7646-4C46-8DD7-701BCBEA98FC}"/>
          </ac:spMkLst>
        </pc:spChg>
        <pc:spChg chg="add del">
          <ac:chgData name="Rubén Coloma" userId="36c3f47725511336" providerId="LiveId" clId="{B32A3153-BFA4-56A8-851C-3206A2A398CA}" dt="2025-11-14T16:15:13.907" v="10" actId="26606"/>
          <ac:spMkLst>
            <pc:docMk/>
            <pc:sldMk cId="2041390798" sldId="258"/>
            <ac:spMk id="17" creationId="{2770B5F4-AED0-4A3A-859D-B6239ED38A3B}"/>
          </ac:spMkLst>
        </pc:spChg>
        <pc:spChg chg="add del">
          <ac:chgData name="Rubén Coloma" userId="36c3f47725511336" providerId="LiveId" clId="{B32A3153-BFA4-56A8-851C-3206A2A398CA}" dt="2025-11-14T16:15:16.101" v="12" actId="26606"/>
          <ac:spMkLst>
            <pc:docMk/>
            <pc:sldMk cId="2041390798" sldId="258"/>
            <ac:spMk id="20" creationId="{7B40B49E-0AAE-4F83-8B0A-EB7C41036CB8}"/>
          </ac:spMkLst>
        </pc:spChg>
        <pc:spChg chg="add del">
          <ac:chgData name="Rubén Coloma" userId="36c3f47725511336" providerId="LiveId" clId="{B32A3153-BFA4-56A8-851C-3206A2A398CA}" dt="2025-11-14T16:15:16.101" v="12" actId="26606"/>
          <ac:spMkLst>
            <pc:docMk/>
            <pc:sldMk cId="2041390798" sldId="258"/>
            <ac:spMk id="21" creationId="{52009DA8-640E-4004-AA63-72884752D81B}"/>
          </ac:spMkLst>
        </pc:spChg>
        <pc:spChg chg="add del">
          <ac:chgData name="Rubén Coloma" userId="36c3f47725511336" providerId="LiveId" clId="{B32A3153-BFA4-56A8-851C-3206A2A398CA}" dt="2025-11-14T20:44:02.131" v="1915"/>
          <ac:spMkLst>
            <pc:docMk/>
            <pc:sldMk cId="2041390798" sldId="258"/>
            <ac:spMk id="26" creationId="{2770B5F4-AED0-4A3A-859D-B6239ED38A3B}"/>
          </ac:spMkLst>
        </pc:spChg>
        <pc:spChg chg="add del">
          <ac:chgData name="Rubén Coloma" userId="36c3f47725511336" providerId="LiveId" clId="{B32A3153-BFA4-56A8-851C-3206A2A398CA}" dt="2025-11-14T16:16:16.774" v="20" actId="26606"/>
          <ac:spMkLst>
            <pc:docMk/>
            <pc:sldMk cId="2041390798" sldId="258"/>
            <ac:spMk id="33" creationId="{2770B5F4-AED0-4A3A-859D-B6239ED38A3B}"/>
          </ac:spMkLst>
        </pc:spChg>
        <pc:picChg chg="add mod">
          <ac:chgData name="Rubén Coloma" userId="36c3f47725511336" providerId="LiveId" clId="{B32A3153-BFA4-56A8-851C-3206A2A398CA}" dt="2025-11-14T16:16:16.774" v="20" actId="26606"/>
          <ac:picMkLst>
            <pc:docMk/>
            <pc:sldMk cId="2041390798" sldId="258"/>
            <ac:picMk id="2" creationId="{32982664-96D6-0DFC-85BC-265383D6CB81}"/>
          </ac:picMkLst>
        </pc:picChg>
        <pc:picChg chg="del">
          <ac:chgData name="Rubén Coloma" userId="36c3f47725511336" providerId="LiveId" clId="{B32A3153-BFA4-56A8-851C-3206A2A398CA}" dt="2025-11-14T16:15:03.545" v="0" actId="478"/>
          <ac:picMkLst>
            <pc:docMk/>
            <pc:sldMk cId="2041390798" sldId="258"/>
            <ac:picMk id="5" creationId="{DE63D813-FCFA-E905-EDCF-72D0A758453F}"/>
          </ac:picMkLst>
        </pc:picChg>
        <pc:picChg chg="add del">
          <ac:chgData name="Rubén Coloma" userId="36c3f47725511336" providerId="LiveId" clId="{B32A3153-BFA4-56A8-851C-3206A2A398CA}" dt="2025-11-14T16:15:08.910" v="4" actId="26606"/>
          <ac:picMkLst>
            <pc:docMk/>
            <pc:sldMk cId="2041390798" sldId="258"/>
            <ac:picMk id="7" creationId="{95DD5BC2-A8E7-4CAD-955A-3807355EC977}"/>
          </ac:picMkLst>
        </pc:picChg>
        <pc:picChg chg="add del">
          <ac:chgData name="Rubén Coloma" userId="36c3f47725511336" providerId="LiveId" clId="{B32A3153-BFA4-56A8-851C-3206A2A398CA}" dt="2025-11-14T16:15:10.799" v="6" actId="26606"/>
          <ac:picMkLst>
            <pc:docMk/>
            <pc:sldMk cId="2041390798" sldId="258"/>
            <ac:picMk id="11" creationId="{1FBDED38-E809-47DF-A501-94A1EC4CF7BB}"/>
          </ac:picMkLst>
        </pc:picChg>
        <pc:picChg chg="add del">
          <ac:chgData name="Rubén Coloma" userId="36c3f47725511336" providerId="LiveId" clId="{B32A3153-BFA4-56A8-851C-3206A2A398CA}" dt="2025-11-14T16:15:12.265" v="8" actId="26606"/>
          <ac:picMkLst>
            <pc:docMk/>
            <pc:sldMk cId="2041390798" sldId="258"/>
            <ac:picMk id="14" creationId="{1FBDED38-E809-47DF-A501-94A1EC4CF7BB}"/>
          </ac:picMkLst>
        </pc:picChg>
        <pc:picChg chg="add del">
          <ac:chgData name="Rubén Coloma" userId="36c3f47725511336" providerId="LiveId" clId="{B32A3153-BFA4-56A8-851C-3206A2A398CA}" dt="2025-11-14T16:15:13.907" v="10" actId="26606"/>
          <ac:picMkLst>
            <pc:docMk/>
            <pc:sldMk cId="2041390798" sldId="258"/>
            <ac:picMk id="16" creationId="{95DD5BC2-A8E7-4CAD-955A-3807355EC977}"/>
          </ac:picMkLst>
        </pc:picChg>
        <pc:picChg chg="add del">
          <ac:chgData name="Rubén Coloma" userId="36c3f47725511336" providerId="LiveId" clId="{B32A3153-BFA4-56A8-851C-3206A2A398CA}" dt="2025-11-14T16:15:16.101" v="12" actId="26606"/>
          <ac:picMkLst>
            <pc:docMk/>
            <pc:sldMk cId="2041390798" sldId="258"/>
            <ac:picMk id="19" creationId="{95DD5BC2-A8E7-4CAD-955A-3807355EC977}"/>
          </ac:picMkLst>
        </pc:picChg>
        <pc:picChg chg="add del">
          <ac:chgData name="Rubén Coloma" userId="36c3f47725511336" providerId="LiveId" clId="{B32A3153-BFA4-56A8-851C-3206A2A398CA}" dt="2025-11-14T16:15:18.095" v="14" actId="26606"/>
          <ac:picMkLst>
            <pc:docMk/>
            <pc:sldMk cId="2041390798" sldId="258"/>
            <ac:picMk id="23" creationId="{1FBDED38-E809-47DF-A501-94A1EC4CF7BB}"/>
          </ac:picMkLst>
        </pc:picChg>
        <pc:picChg chg="add del">
          <ac:chgData name="Rubén Coloma" userId="36c3f47725511336" providerId="LiveId" clId="{B32A3153-BFA4-56A8-851C-3206A2A398CA}" dt="2025-11-14T20:44:02.131" v="1915"/>
          <ac:picMkLst>
            <pc:docMk/>
            <pc:sldMk cId="2041390798" sldId="258"/>
            <ac:picMk id="25" creationId="{95DD5BC2-A8E7-4CAD-955A-3807355EC977}"/>
          </ac:picMkLst>
        </pc:picChg>
        <pc:picChg chg="add del">
          <ac:chgData name="Rubén Coloma" userId="36c3f47725511336" providerId="LiveId" clId="{B32A3153-BFA4-56A8-851C-3206A2A398CA}" dt="2025-11-14T16:16:16.774" v="20" actId="26606"/>
          <ac:picMkLst>
            <pc:docMk/>
            <pc:sldMk cId="2041390798" sldId="258"/>
            <ac:picMk id="31" creationId="{95DD5BC2-A8E7-4CAD-955A-3807355EC977}"/>
          </ac:picMkLst>
        </pc:picChg>
      </pc:sldChg>
      <pc:sldChg chg="addSp delSp modSp new mod">
        <pc:chgData name="Rubén Coloma" userId="36c3f47725511336" providerId="LiveId" clId="{B32A3153-BFA4-56A8-851C-3206A2A398CA}" dt="2025-11-14T16:54:44.461" v="350" actId="113"/>
        <pc:sldMkLst>
          <pc:docMk/>
          <pc:sldMk cId="2332803341" sldId="259"/>
        </pc:sldMkLst>
        <pc:spChg chg="mod">
          <ac:chgData name="Rubén Coloma" userId="36c3f47725511336" providerId="LiveId" clId="{B32A3153-BFA4-56A8-851C-3206A2A398CA}" dt="2025-11-14T16:54:44.461" v="350" actId="113"/>
          <ac:spMkLst>
            <pc:docMk/>
            <pc:sldMk cId="2332803341" sldId="259"/>
            <ac:spMk id="2" creationId="{3F1EB8AF-874B-437E-A9DC-EB1F8396F764}"/>
          </ac:spMkLst>
        </pc:spChg>
        <pc:spChg chg="del">
          <ac:chgData name="Rubén Coloma" userId="36c3f47725511336" providerId="LiveId" clId="{B32A3153-BFA4-56A8-851C-3206A2A398CA}" dt="2025-11-14T16:41:03.439" v="68"/>
          <ac:spMkLst>
            <pc:docMk/>
            <pc:sldMk cId="2332803341" sldId="259"/>
            <ac:spMk id="3" creationId="{1A298B71-8266-C804-488A-63AD45D2A38E}"/>
          </ac:spMkLst>
        </pc:spChg>
        <pc:picChg chg="add mod">
          <ac:chgData name="Rubén Coloma" userId="36c3f47725511336" providerId="LiveId" clId="{B32A3153-BFA4-56A8-851C-3206A2A398CA}" dt="2025-11-14T16:41:07.666" v="71" actId="1076"/>
          <ac:picMkLst>
            <pc:docMk/>
            <pc:sldMk cId="2332803341" sldId="259"/>
            <ac:picMk id="4" creationId="{86BFBD1D-5A2A-CA66-F515-84FE083F0F82}"/>
          </ac:picMkLst>
        </pc:picChg>
      </pc:sldChg>
      <pc:sldChg chg="addSp delSp modSp new mod">
        <pc:chgData name="Rubén Coloma" userId="36c3f47725511336" providerId="LiveId" clId="{B32A3153-BFA4-56A8-851C-3206A2A398CA}" dt="2025-11-14T20:44:02.131" v="1915"/>
        <pc:sldMkLst>
          <pc:docMk/>
          <pc:sldMk cId="3606517266" sldId="260"/>
        </pc:sldMkLst>
        <pc:spChg chg="mod">
          <ac:chgData name="Rubén Coloma" userId="36c3f47725511336" providerId="LiveId" clId="{B32A3153-BFA4-56A8-851C-3206A2A398CA}" dt="2025-11-14T20:44:02.131" v="1915"/>
          <ac:spMkLst>
            <pc:docMk/>
            <pc:sldMk cId="3606517266" sldId="260"/>
            <ac:spMk id="2" creationId="{171BF961-E62D-DFB8-5997-81C89A8517CC}"/>
          </ac:spMkLst>
        </pc:spChg>
        <pc:spChg chg="del">
          <ac:chgData name="Rubén Coloma" userId="36c3f47725511336" providerId="LiveId" clId="{B32A3153-BFA4-56A8-851C-3206A2A398CA}" dt="2025-11-14T16:42:27.486" v="73"/>
          <ac:spMkLst>
            <pc:docMk/>
            <pc:sldMk cId="3606517266" sldId="260"/>
            <ac:spMk id="3" creationId="{D18AF82C-6DA8-94AA-A6DA-C1A221699A1D}"/>
          </ac:spMkLst>
        </pc:spChg>
        <pc:picChg chg="add mod">
          <ac:chgData name="Rubén Coloma" userId="36c3f47725511336" providerId="LiveId" clId="{B32A3153-BFA4-56A8-851C-3206A2A398CA}" dt="2025-11-14T16:51:20.218" v="274" actId="14100"/>
          <ac:picMkLst>
            <pc:docMk/>
            <pc:sldMk cId="3606517266" sldId="260"/>
            <ac:picMk id="4" creationId="{D075733E-F305-13E6-DB7A-4C1CA53AA7BA}"/>
          </ac:picMkLst>
        </pc:picChg>
      </pc:sldChg>
      <pc:sldChg chg="addSp delSp modSp new mod ord">
        <pc:chgData name="Rubén Coloma" userId="36c3f47725511336" providerId="LiveId" clId="{B32A3153-BFA4-56A8-851C-3206A2A398CA}" dt="2025-11-14T20:44:02.131" v="1915"/>
        <pc:sldMkLst>
          <pc:docMk/>
          <pc:sldMk cId="3386987737" sldId="261"/>
        </pc:sldMkLst>
        <pc:spChg chg="mod">
          <ac:chgData name="Rubén Coloma" userId="36c3f47725511336" providerId="LiveId" clId="{B32A3153-BFA4-56A8-851C-3206A2A398CA}" dt="2025-11-14T20:44:02.131" v="1915"/>
          <ac:spMkLst>
            <pc:docMk/>
            <pc:sldMk cId="3386987737" sldId="261"/>
            <ac:spMk id="2" creationId="{FD331773-71DF-D7E0-2045-E056C5FCA728}"/>
          </ac:spMkLst>
        </pc:spChg>
        <pc:spChg chg="del">
          <ac:chgData name="Rubén Coloma" userId="36c3f47725511336" providerId="LiveId" clId="{B32A3153-BFA4-56A8-851C-3206A2A398CA}" dt="2025-11-14T16:43:27.306" v="109"/>
          <ac:spMkLst>
            <pc:docMk/>
            <pc:sldMk cId="3386987737" sldId="261"/>
            <ac:spMk id="3" creationId="{41C1814B-9A6E-6F3C-D7E6-A4B35CA13987}"/>
          </ac:spMkLst>
        </pc:spChg>
        <pc:picChg chg="add mod">
          <ac:chgData name="Rubén Coloma" userId="36c3f47725511336" providerId="LiveId" clId="{B32A3153-BFA4-56A8-851C-3206A2A398CA}" dt="2025-11-14T16:51:15.752" v="272" actId="1076"/>
          <ac:picMkLst>
            <pc:docMk/>
            <pc:sldMk cId="3386987737" sldId="261"/>
            <ac:picMk id="4" creationId="{121CD071-FAF1-0A4E-AE0A-0EFF8887F444}"/>
          </ac:picMkLst>
        </pc:picChg>
      </pc:sldChg>
      <pc:sldChg chg="addSp delSp modSp new mod">
        <pc:chgData name="Rubén Coloma" userId="36c3f47725511336" providerId="LiveId" clId="{B32A3153-BFA4-56A8-851C-3206A2A398CA}" dt="2025-11-14T16:54:50.572" v="352" actId="113"/>
        <pc:sldMkLst>
          <pc:docMk/>
          <pc:sldMk cId="4042518777" sldId="262"/>
        </pc:sldMkLst>
        <pc:spChg chg="mod">
          <ac:chgData name="Rubén Coloma" userId="36c3f47725511336" providerId="LiveId" clId="{B32A3153-BFA4-56A8-851C-3206A2A398CA}" dt="2025-11-14T16:54:50.572" v="352" actId="113"/>
          <ac:spMkLst>
            <pc:docMk/>
            <pc:sldMk cId="4042518777" sldId="262"/>
            <ac:spMk id="2" creationId="{623148B8-C901-2903-65A3-D158BD2F909D}"/>
          </ac:spMkLst>
        </pc:spChg>
        <pc:spChg chg="del">
          <ac:chgData name="Rubén Coloma" userId="36c3f47725511336" providerId="LiveId" clId="{B32A3153-BFA4-56A8-851C-3206A2A398CA}" dt="2025-11-14T16:49:28.775" v="141"/>
          <ac:spMkLst>
            <pc:docMk/>
            <pc:sldMk cId="4042518777" sldId="262"/>
            <ac:spMk id="3" creationId="{F9D602CC-74C6-27B9-C374-D12FF68BBA67}"/>
          </ac:spMkLst>
        </pc:spChg>
        <pc:picChg chg="add mod">
          <ac:chgData name="Rubén Coloma" userId="36c3f47725511336" providerId="LiveId" clId="{B32A3153-BFA4-56A8-851C-3206A2A398CA}" dt="2025-11-14T16:49:50.758" v="180" actId="14100"/>
          <ac:picMkLst>
            <pc:docMk/>
            <pc:sldMk cId="4042518777" sldId="262"/>
            <ac:picMk id="4" creationId="{F9040669-BB28-FC53-215C-82C4E2B3EE37}"/>
          </ac:picMkLst>
        </pc:picChg>
      </pc:sldChg>
      <pc:sldChg chg="addSp delSp modSp new mod">
        <pc:chgData name="Rubén Coloma" userId="36c3f47725511336" providerId="LiveId" clId="{B32A3153-BFA4-56A8-851C-3206A2A398CA}" dt="2025-11-14T17:01:59.677" v="358" actId="1076"/>
        <pc:sldMkLst>
          <pc:docMk/>
          <pc:sldMk cId="2713819816" sldId="263"/>
        </pc:sldMkLst>
        <pc:spChg chg="mod">
          <ac:chgData name="Rubén Coloma" userId="36c3f47725511336" providerId="LiveId" clId="{B32A3153-BFA4-56A8-851C-3206A2A398CA}" dt="2025-11-14T17:01:59.677" v="358" actId="1076"/>
          <ac:spMkLst>
            <pc:docMk/>
            <pc:sldMk cId="2713819816" sldId="263"/>
            <ac:spMk id="2" creationId="{9084F8D2-D67A-00AF-C844-E5C860ECB181}"/>
          </ac:spMkLst>
        </pc:spChg>
        <pc:spChg chg="del">
          <ac:chgData name="Rubén Coloma" userId="36c3f47725511336" providerId="LiveId" clId="{B32A3153-BFA4-56A8-851C-3206A2A398CA}" dt="2025-11-14T16:51:03.269" v="266"/>
          <ac:spMkLst>
            <pc:docMk/>
            <pc:sldMk cId="2713819816" sldId="263"/>
            <ac:spMk id="3" creationId="{B48D9B1C-5CC0-A573-25CA-F9A524AF6716}"/>
          </ac:spMkLst>
        </pc:spChg>
        <pc:picChg chg="add mod">
          <ac:chgData name="Rubén Coloma" userId="36c3f47725511336" providerId="LiveId" clId="{B32A3153-BFA4-56A8-851C-3206A2A398CA}" dt="2025-11-14T16:51:08.179" v="269" actId="1076"/>
          <ac:picMkLst>
            <pc:docMk/>
            <pc:sldMk cId="2713819816" sldId="263"/>
            <ac:picMk id="4" creationId="{16FB062A-EC05-1555-CB48-5C4FA47CCA4A}"/>
          </ac:picMkLst>
        </pc:picChg>
      </pc:sldChg>
      <pc:sldChg chg="addSp delSp modSp new mod">
        <pc:chgData name="Rubén Coloma" userId="36c3f47725511336" providerId="LiveId" clId="{B32A3153-BFA4-56A8-851C-3206A2A398CA}" dt="2025-11-14T16:54:24.297" v="348" actId="20577"/>
        <pc:sldMkLst>
          <pc:docMk/>
          <pc:sldMk cId="4201705670" sldId="264"/>
        </pc:sldMkLst>
        <pc:spChg chg="mod">
          <ac:chgData name="Rubén Coloma" userId="36c3f47725511336" providerId="LiveId" clId="{B32A3153-BFA4-56A8-851C-3206A2A398CA}" dt="2025-11-14T16:54:10.348" v="343" actId="14100"/>
          <ac:spMkLst>
            <pc:docMk/>
            <pc:sldMk cId="4201705670" sldId="264"/>
            <ac:spMk id="2" creationId="{7C3A2C5E-7896-7A96-366A-79C462FD165D}"/>
          </ac:spMkLst>
        </pc:spChg>
        <pc:spChg chg="del">
          <ac:chgData name="Rubén Coloma" userId="36c3f47725511336" providerId="LiveId" clId="{B32A3153-BFA4-56A8-851C-3206A2A398CA}" dt="2025-11-14T16:52:59.381" v="316"/>
          <ac:spMkLst>
            <pc:docMk/>
            <pc:sldMk cId="4201705670" sldId="264"/>
            <ac:spMk id="3" creationId="{22F791E9-96F3-0FE1-CA2B-862AB0F48ACC}"/>
          </ac:spMkLst>
        </pc:spChg>
        <pc:spChg chg="add mod">
          <ac:chgData name="Rubén Coloma" userId="36c3f47725511336" providerId="LiveId" clId="{B32A3153-BFA4-56A8-851C-3206A2A398CA}" dt="2025-11-14T16:54:24.297" v="348" actId="20577"/>
          <ac:spMkLst>
            <pc:docMk/>
            <pc:sldMk cId="4201705670" sldId="264"/>
            <ac:spMk id="5" creationId="{74CA21C1-0E58-0810-B982-5A79CFB1E84C}"/>
          </ac:spMkLst>
        </pc:spChg>
        <pc:picChg chg="add mod">
          <ac:chgData name="Rubén Coloma" userId="36c3f47725511336" providerId="LiveId" clId="{B32A3153-BFA4-56A8-851C-3206A2A398CA}" dt="2025-11-14T16:53:02.239" v="318" actId="14100"/>
          <ac:picMkLst>
            <pc:docMk/>
            <pc:sldMk cId="4201705670" sldId="264"/>
            <ac:picMk id="4" creationId="{20B56D3F-3809-1290-AED9-F2A3079457FC}"/>
          </ac:picMkLst>
        </pc:picChg>
      </pc:sldChg>
      <pc:sldChg chg="addSp modSp new mod">
        <pc:chgData name="Rubén Coloma" userId="36c3f47725511336" providerId="LiveId" clId="{B32A3153-BFA4-56A8-851C-3206A2A398CA}" dt="2025-11-14T20:43:39.446" v="1909" actId="20577"/>
        <pc:sldMkLst>
          <pc:docMk/>
          <pc:sldMk cId="2464142323" sldId="265"/>
        </pc:sldMkLst>
        <pc:spChg chg="mod">
          <ac:chgData name="Rubén Coloma" userId="36c3f47725511336" providerId="LiveId" clId="{B32A3153-BFA4-56A8-851C-3206A2A398CA}" dt="2025-11-14T20:43:39.446" v="1909" actId="20577"/>
          <ac:spMkLst>
            <pc:docMk/>
            <pc:sldMk cId="2464142323" sldId="265"/>
            <ac:spMk id="2" creationId="{3E75ADFB-B09D-1E12-6CE9-248B6CD65562}"/>
          </ac:spMkLst>
        </pc:spChg>
        <pc:spChg chg="mod">
          <ac:chgData name="Rubén Coloma" userId="36c3f47725511336" providerId="LiveId" clId="{B32A3153-BFA4-56A8-851C-3206A2A398CA}" dt="2025-11-14T20:42:55.530" v="1851" actId="14100"/>
          <ac:spMkLst>
            <pc:docMk/>
            <pc:sldMk cId="2464142323" sldId="265"/>
            <ac:spMk id="3" creationId="{0CF4DEFA-FF11-9BD7-21D6-7F5445D48FC3}"/>
          </ac:spMkLst>
        </pc:spChg>
        <pc:spChg chg="add mod">
          <ac:chgData name="Rubén Coloma" userId="36c3f47725511336" providerId="LiveId" clId="{B32A3153-BFA4-56A8-851C-3206A2A398CA}" dt="2025-11-14T20:43:28.695" v="1906" actId="15"/>
          <ac:spMkLst>
            <pc:docMk/>
            <pc:sldMk cId="2464142323" sldId="265"/>
            <ac:spMk id="5" creationId="{0BF82BFF-6BA5-5B9C-8F63-2257AF9CC8BE}"/>
          </ac:spMkLst>
        </pc:spChg>
      </pc:sldChg>
      <pc:sldChg chg="addSp delSp modSp new mod">
        <pc:chgData name="Rubén Coloma" userId="36c3f47725511336" providerId="LiveId" clId="{B32A3153-BFA4-56A8-851C-3206A2A398CA}" dt="2025-11-14T20:44:48.293" v="1977" actId="113"/>
        <pc:sldMkLst>
          <pc:docMk/>
          <pc:sldMk cId="2670669849" sldId="266"/>
        </pc:sldMkLst>
        <pc:spChg chg="mod">
          <ac:chgData name="Rubén Coloma" userId="36c3f47725511336" providerId="LiveId" clId="{B32A3153-BFA4-56A8-851C-3206A2A398CA}" dt="2025-11-14T20:44:48.293" v="1977" actId="113"/>
          <ac:spMkLst>
            <pc:docMk/>
            <pc:sldMk cId="2670669849" sldId="266"/>
            <ac:spMk id="2" creationId="{49309EE7-8D13-36C8-F42E-8690393AD810}"/>
          </ac:spMkLst>
        </pc:spChg>
        <pc:spChg chg="del">
          <ac:chgData name="Rubén Coloma" userId="36c3f47725511336" providerId="LiveId" clId="{B32A3153-BFA4-56A8-851C-3206A2A398CA}" dt="2025-11-14T20:30:44.621" v="484"/>
          <ac:spMkLst>
            <pc:docMk/>
            <pc:sldMk cId="2670669849" sldId="266"/>
            <ac:spMk id="3" creationId="{6A98827A-376B-DEB9-7C09-8B300F909AFB}"/>
          </ac:spMkLst>
        </pc:spChg>
        <pc:picChg chg="add mod">
          <ac:chgData name="Rubén Coloma" userId="36c3f47725511336" providerId="LiveId" clId="{B32A3153-BFA4-56A8-851C-3206A2A398CA}" dt="2025-11-14T20:44:02.131" v="1915"/>
          <ac:picMkLst>
            <pc:docMk/>
            <pc:sldMk cId="2670669849" sldId="266"/>
            <ac:picMk id="5" creationId="{DBE328CF-C8D4-D86B-DA46-FCACE20D815A}"/>
          </ac:picMkLst>
        </pc:picChg>
      </pc:sldChg>
      <pc:sldChg chg="addSp delSp modSp new mod">
        <pc:chgData name="Rubén Coloma" userId="36c3f47725511336" providerId="LiveId" clId="{B32A3153-BFA4-56A8-851C-3206A2A398CA}" dt="2025-11-14T20:44:02.131" v="1915"/>
        <pc:sldMkLst>
          <pc:docMk/>
          <pc:sldMk cId="2482605423" sldId="267"/>
        </pc:sldMkLst>
        <pc:spChg chg="mod">
          <ac:chgData name="Rubén Coloma" userId="36c3f47725511336" providerId="LiveId" clId="{B32A3153-BFA4-56A8-851C-3206A2A398CA}" dt="2025-11-14T20:44:02.131" v="1915"/>
          <ac:spMkLst>
            <pc:docMk/>
            <pc:sldMk cId="2482605423" sldId="267"/>
            <ac:spMk id="2" creationId="{0100E30B-D0B8-FE04-EF87-8B8C705A6F61}"/>
          </ac:spMkLst>
        </pc:spChg>
        <pc:spChg chg="del">
          <ac:chgData name="Rubén Coloma" userId="36c3f47725511336" providerId="LiveId" clId="{B32A3153-BFA4-56A8-851C-3206A2A398CA}" dt="2025-11-14T20:31:57.132" v="544"/>
          <ac:spMkLst>
            <pc:docMk/>
            <pc:sldMk cId="2482605423" sldId="267"/>
            <ac:spMk id="3" creationId="{AE794EE8-A1A4-58B6-7F74-4878E24AAE67}"/>
          </ac:spMkLst>
        </pc:spChg>
        <pc:picChg chg="add mod">
          <ac:chgData name="Rubén Coloma" userId="36c3f47725511336" providerId="LiveId" clId="{B32A3153-BFA4-56A8-851C-3206A2A398CA}" dt="2025-11-14T20:44:02.131" v="1915"/>
          <ac:picMkLst>
            <pc:docMk/>
            <pc:sldMk cId="2482605423" sldId="267"/>
            <ac:picMk id="5" creationId="{14CB5372-4896-3DEA-352B-667DBA0E8EF0}"/>
          </ac:picMkLst>
        </pc:picChg>
      </pc:sldChg>
      <pc:sldChg chg="addSp delSp modSp add mod delDesignElem">
        <pc:chgData name="Rubén Coloma" userId="36c3f47725511336" providerId="LiveId" clId="{B32A3153-BFA4-56A8-851C-3206A2A398CA}" dt="2025-11-14T20:44:02.131" v="1915"/>
        <pc:sldMkLst>
          <pc:docMk/>
          <pc:sldMk cId="1715542802" sldId="268"/>
        </pc:sldMkLst>
        <pc:spChg chg="mod">
          <ac:chgData name="Rubén Coloma" userId="36c3f47725511336" providerId="LiveId" clId="{B32A3153-BFA4-56A8-851C-3206A2A398CA}" dt="2025-11-14T20:32:42.974" v="556" actId="20577"/>
          <ac:spMkLst>
            <pc:docMk/>
            <pc:sldMk cId="1715542802" sldId="268"/>
            <ac:spMk id="2" creationId="{6C097294-07BC-53FC-EAA7-02E40AC0E657}"/>
          </ac:spMkLst>
        </pc:spChg>
        <pc:spChg chg="mod">
          <ac:chgData name="Rubén Coloma" userId="36c3f47725511336" providerId="LiveId" clId="{B32A3153-BFA4-56A8-851C-3206A2A398CA}" dt="2025-11-14T20:35:45.653" v="1413" actId="12"/>
          <ac:spMkLst>
            <pc:docMk/>
            <pc:sldMk cId="1715542802" sldId="268"/>
            <ac:spMk id="3" creationId="{BC2F3EF1-B65D-C5E9-DE8F-5C84F83691AE}"/>
          </ac:spMkLst>
        </pc:spChg>
        <pc:spChg chg="add del">
          <ac:chgData name="Rubén Coloma" userId="36c3f47725511336" providerId="LiveId" clId="{B32A3153-BFA4-56A8-851C-3206A2A398CA}" dt="2025-11-14T20:44:02.131" v="1915"/>
          <ac:spMkLst>
            <pc:docMk/>
            <pc:sldMk cId="1715542802" sldId="268"/>
            <ac:spMk id="8" creationId="{E045F8FC-353A-FAB4-1156-6EFE0FF19FB8}"/>
          </ac:spMkLst>
        </pc:spChg>
        <pc:spChg chg="add del">
          <ac:chgData name="Rubén Coloma" userId="36c3f47725511336" providerId="LiveId" clId="{B32A3153-BFA4-56A8-851C-3206A2A398CA}" dt="2025-11-14T20:44:02.131" v="1915"/>
          <ac:spMkLst>
            <pc:docMk/>
            <pc:sldMk cId="1715542802" sldId="268"/>
            <ac:spMk id="10" creationId="{DDA2F0A4-3A37-CCCF-6FD1-8FFC93C4BA6C}"/>
          </ac:spMkLst>
        </pc:spChg>
        <pc:picChg chg="add del">
          <ac:chgData name="Rubén Coloma" userId="36c3f47725511336" providerId="LiveId" clId="{B32A3153-BFA4-56A8-851C-3206A2A398CA}" dt="2025-11-14T20:44:02.131" v="1915"/>
          <ac:picMkLst>
            <pc:docMk/>
            <pc:sldMk cId="1715542802" sldId="268"/>
            <ac:picMk id="12" creationId="{BDBB4B1F-B810-FE0D-712C-2563C63D52F6}"/>
          </ac:picMkLst>
        </pc:picChg>
      </pc:sldChg>
      <pc:sldChg chg="delSp modSp new mod">
        <pc:chgData name="Rubén Coloma" userId="36c3f47725511336" providerId="LiveId" clId="{B32A3153-BFA4-56A8-851C-3206A2A398CA}" dt="2025-11-14T20:44:30.287" v="1974" actId="1076"/>
        <pc:sldMkLst>
          <pc:docMk/>
          <pc:sldMk cId="2274963811" sldId="269"/>
        </pc:sldMkLst>
        <pc:spChg chg="mod">
          <ac:chgData name="Rubén Coloma" userId="36c3f47725511336" providerId="LiveId" clId="{B32A3153-BFA4-56A8-851C-3206A2A398CA}" dt="2025-11-14T20:44:30.287" v="1974" actId="1076"/>
          <ac:spMkLst>
            <pc:docMk/>
            <pc:sldMk cId="2274963811" sldId="269"/>
            <ac:spMk id="2" creationId="{2F850DAF-1122-5BAA-5A24-FA9CB4092C04}"/>
          </ac:spMkLst>
        </pc:spChg>
        <pc:spChg chg="del mod">
          <ac:chgData name="Rubén Coloma" userId="36c3f47725511336" providerId="LiveId" clId="{B32A3153-BFA4-56A8-851C-3206A2A398CA}" dt="2025-11-14T20:44:21.699" v="1967" actId="478"/>
          <ac:spMkLst>
            <pc:docMk/>
            <pc:sldMk cId="2274963811" sldId="269"/>
            <ac:spMk id="3" creationId="{5E52063F-05C2-6C23-1A4E-D3E0981B33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30BC-E682-2AD9-2E9A-B04ADBEB7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30300"/>
            <a:ext cx="9448800" cy="2498201"/>
          </a:xfrm>
        </p:spPr>
        <p:txBody>
          <a:bodyPr>
            <a:normAutofit fontScale="90000"/>
          </a:bodyPr>
          <a:lstStyle/>
          <a:p>
            <a:r>
              <a:rPr lang="en-GT" b="1" dirty="0"/>
              <a:t>Análisis de Incidentes de Transito en Guatemala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22C2E-A781-E5C8-E40B-3F556FA2D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T" dirty="0"/>
              <a:t>Roberto Rubén Coloma Pineda</a:t>
            </a:r>
          </a:p>
          <a:p>
            <a:r>
              <a:rPr lang="en-GT" dirty="0"/>
              <a:t>Noviembre de 2025</a:t>
            </a:r>
          </a:p>
        </p:txBody>
      </p:sp>
    </p:spTree>
    <p:extLst>
      <p:ext uri="{BB962C8B-B14F-4D97-AF65-F5344CB8AC3E}">
        <p14:creationId xmlns:p14="http://schemas.microsoft.com/office/powerpoint/2010/main" val="134363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7E0CC6-61FF-072D-164D-77F3AB17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pPr algn="l"/>
            <a:r>
              <a:rPr lang="en-US" b="1" dirty="0" err="1">
                <a:solidFill>
                  <a:srgbClr val="FFFFFF"/>
                </a:solidFill>
              </a:rPr>
              <a:t>Objetivo</a:t>
            </a:r>
            <a:r>
              <a:rPr lang="en-US" b="1" dirty="0">
                <a:solidFill>
                  <a:srgbClr val="FFFFFF"/>
                </a:solidFill>
              </a:rPr>
              <a:t> del Proyecto</a:t>
            </a:r>
            <a:endParaRPr lang="en-GT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4DF2-9F91-A370-23F1-BE14C268A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264" y="127000"/>
            <a:ext cx="7433735" cy="6730999"/>
          </a:xfrm>
        </p:spPr>
        <p:txBody>
          <a:bodyPr anchor="ctr">
            <a:normAutofit fontScale="92500"/>
          </a:bodyPr>
          <a:lstStyle/>
          <a:p>
            <a:pPr marL="0" indent="0" algn="just">
              <a:buNone/>
            </a:pPr>
            <a:r>
              <a:rPr lang="en-GT" sz="2100" dirty="0">
                <a:solidFill>
                  <a:schemeClr val="tx2"/>
                </a:solidFill>
              </a:rPr>
              <a:t>Con base a la información publicada por el INE (Instituto Nacional de Estadistica) sobre incidentes de tránsito en los dominios de: Victimas (fallecidos y lesionados), Vehiculos y Hechos de Tránsito se procede a: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Diseño de Arquitectura de Datos con metodología </a:t>
            </a:r>
            <a:r>
              <a:rPr lang="en-GT" sz="2100" i="1" dirty="0">
                <a:solidFill>
                  <a:schemeClr val="tx2"/>
                </a:solidFill>
              </a:rPr>
              <a:t>Medallon</a:t>
            </a:r>
            <a:r>
              <a:rPr lang="en-GT" sz="2100" dirty="0">
                <a:solidFill>
                  <a:schemeClr val="tx2"/>
                </a:solidFill>
              </a:rPr>
              <a:t> para almacenamiento, procesamiento y consumo de información usando Databricks y Microsoft Azure.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Preparación de ambientes de ”desarrollo” (dev) y ”produccion” (prod).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Configuación de </a:t>
            </a:r>
            <a:r>
              <a:rPr lang="en-GT" sz="2100" i="1" dirty="0">
                <a:solidFill>
                  <a:schemeClr val="tx2"/>
                </a:solidFill>
              </a:rPr>
              <a:t>metastore</a:t>
            </a:r>
            <a:r>
              <a:rPr lang="en-GT" sz="2100" dirty="0">
                <a:solidFill>
                  <a:schemeClr val="tx2"/>
                </a:solidFill>
              </a:rPr>
              <a:t> en Unity Catalog para Gobernanza de Datos.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Configuración de </a:t>
            </a:r>
            <a:r>
              <a:rPr lang="en-GT" sz="2100" i="1" dirty="0">
                <a:solidFill>
                  <a:schemeClr val="tx2"/>
                </a:solidFill>
              </a:rPr>
              <a:t>storage credentia, external location</a:t>
            </a:r>
            <a:r>
              <a:rPr lang="en-GT" sz="2100" dirty="0">
                <a:solidFill>
                  <a:schemeClr val="tx2"/>
                </a:solidFill>
              </a:rPr>
              <a:t> para conectarse al Lakehouse.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Programación de Notebooks usando PySpark.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Versionado de código usando GitHub.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Despligue automático usando GitHub Actions.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Presentación y consumo de datos usando Databricks Dashboards.</a:t>
            </a:r>
          </a:p>
          <a:p>
            <a:pPr algn="just"/>
            <a:r>
              <a:rPr lang="en-GT" sz="2100" dirty="0">
                <a:solidFill>
                  <a:schemeClr val="tx2"/>
                </a:solidFill>
              </a:rPr>
              <a:t>Revisión de insights en datos a travez de Dashboards Databricks</a:t>
            </a:r>
            <a:r>
              <a:rPr lang="en-GT" sz="14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036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99CC3-CB3D-DF52-8F80-8806D66C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E045F8FC-353A-FAB4-1156-6EFE0FF19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A2F0A4-3A37-CCCF-6FD1-8FFC93C4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B4B1F-B810-FE0D-712C-2563C63D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97294-07BC-53FC-EAA7-02E40AC0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pPr algn="l"/>
            <a:r>
              <a:rPr lang="en-US" b="1" dirty="0" err="1">
                <a:solidFill>
                  <a:srgbClr val="FFFFFF"/>
                </a:solidFill>
              </a:rPr>
              <a:t>alcance</a:t>
            </a:r>
            <a:endParaRPr lang="en-GT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F3EF1-B65D-C5E9-DE8F-5C84F8369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264" y="127000"/>
            <a:ext cx="7433735" cy="673099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100" dirty="0">
                <a:solidFill>
                  <a:schemeClr val="tx2"/>
                </a:solidFill>
              </a:rPr>
              <a:t>S</a:t>
            </a:r>
            <a:r>
              <a:rPr lang="en-GT" sz="2100" dirty="0">
                <a:solidFill>
                  <a:schemeClr val="tx2"/>
                </a:solidFill>
              </a:rPr>
              <a:t>e petende que la información proporcionada en este proyecto sea útil y respalde la toma de decisiones e inversiones en aspectos como: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T" sz="2100" dirty="0">
                <a:solidFill>
                  <a:schemeClr val="tx2"/>
                </a:solidFill>
              </a:rPr>
              <a:t>Identificar las ubicaciones geográficas y zonas mas propensas a accidentes para que los servicios de socorro puedan mejorar sus planes de acción.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T" sz="2100" dirty="0">
                <a:solidFill>
                  <a:schemeClr val="tx2"/>
                </a:solidFill>
              </a:rPr>
              <a:t>Justiticar inversiones en señalización vial, peatonal y espacios para que los ciudadanos hagan uso apropiado de las vías publicas.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T" sz="2100" dirty="0">
                <a:solidFill>
                  <a:schemeClr val="tx2"/>
                </a:solidFill>
              </a:rPr>
              <a:t>Propicionar información sobre los vehiculos mas propensos a accidentes de trásito para que los conductores tomen las precausiones del caso.</a:t>
            </a:r>
            <a:endParaRPr lang="en-GT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4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5DD5BC2-A8E7-4CAD-955A-3807355E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2770B5F4-AED0-4A3A-859D-B6239ED38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03" y="643464"/>
            <a:ext cx="10905195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982664-96D6-0DFC-85BC-265383D6C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41" y="709456"/>
            <a:ext cx="10166517" cy="5439087"/>
          </a:xfrm>
          <a:prstGeom prst="rect">
            <a:avLst/>
          </a:prstGeom>
          <a:ln w="31750" cap="sq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04139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B8AF-874B-437E-A9DC-EB1F8396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025" y="401585"/>
            <a:ext cx="8610600" cy="1293028"/>
          </a:xfrm>
        </p:spPr>
        <p:txBody>
          <a:bodyPr/>
          <a:lstStyle/>
          <a:p>
            <a:r>
              <a:rPr lang="en-US" b="1" dirty="0"/>
              <a:t>C</a:t>
            </a:r>
            <a:r>
              <a:rPr lang="en-GT" b="1" dirty="0"/>
              <a:t>ontenedores medallon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BFBD1D-5A2A-CA66-F515-84FE083F0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50580"/>
            <a:ext cx="11024825" cy="470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0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48B8-C901-2903-65A3-D158BD2F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676500"/>
          </a:xfrm>
        </p:spPr>
        <p:txBody>
          <a:bodyPr/>
          <a:lstStyle/>
          <a:p>
            <a:r>
              <a:rPr lang="en-US" b="1" dirty="0"/>
              <a:t>M</a:t>
            </a:r>
            <a:r>
              <a:rPr lang="en-GT" b="1" dirty="0"/>
              <a:t>eta store en unity catalog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040669-BB28-FC53-215C-82C4E2B3E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755" y="1667452"/>
            <a:ext cx="11407609" cy="480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1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1773-71DF-D7E0-2045-E056C5FC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Credential managed identity</a:t>
            </a:r>
            <a:endParaRPr lang="en-GT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1CD071-FAF1-0A4E-AE0A-0EFF8887F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21" y="2057401"/>
            <a:ext cx="11377358" cy="302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8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F961-E62D-DFB8-5997-81C89A85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T" b="1" dirty="0"/>
              <a:t>Extenal Location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75733E-F305-13E6-DB7A-4C1CA53AA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290" y="2057400"/>
            <a:ext cx="11525865" cy="37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1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F8D2-D67A-00AF-C844-E5C860EC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900" y="535773"/>
            <a:ext cx="10274300" cy="1293028"/>
          </a:xfrm>
        </p:spPr>
        <p:txBody>
          <a:bodyPr/>
          <a:lstStyle/>
          <a:p>
            <a:r>
              <a:rPr lang="en-US" b="1" dirty="0"/>
              <a:t>Workspace </a:t>
            </a:r>
            <a:r>
              <a:rPr lang="en-US" b="1" dirty="0" err="1"/>
              <a:t>desarrollo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databricks</a:t>
            </a:r>
            <a:endParaRPr lang="en-GT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FB062A-EC05-1555-CB48-5C4FA47CC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851" y="1925387"/>
            <a:ext cx="11658297" cy="41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1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ADFB-B09D-1E12-6CE9-248B6CD6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18063"/>
          </a:xfrm>
        </p:spPr>
        <p:txBody>
          <a:bodyPr/>
          <a:lstStyle/>
          <a:p>
            <a:r>
              <a:rPr lang="en-US" b="1" dirty="0"/>
              <a:t>C</a:t>
            </a:r>
            <a:r>
              <a:rPr lang="en-GT" b="1" dirty="0"/>
              <a:t>atálogo &gt; esquema &gt; tabla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DEFA-FF11-9BD7-21D6-7F5445D48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0256"/>
            <a:ext cx="5715000" cy="4403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T" b="1" dirty="0"/>
              <a:t>Dominios de Datos</a:t>
            </a:r>
          </a:p>
          <a:p>
            <a:r>
              <a:rPr lang="en-GT" b="1" dirty="0"/>
              <a:t>Victimas de Accidentes: </a:t>
            </a:r>
            <a:r>
              <a:rPr lang="en-GT" dirty="0"/>
              <a:t>Fallecidos y Lesionados.</a:t>
            </a:r>
          </a:p>
          <a:p>
            <a:r>
              <a:rPr lang="en-GT" b="1" dirty="0"/>
              <a:t>Vehiculos Involucrados: </a:t>
            </a:r>
            <a:r>
              <a:rPr lang="en-GT" dirty="0"/>
              <a:t>Buses, Carros, Motocicletas, Mototaxis, etc.</a:t>
            </a:r>
          </a:p>
          <a:p>
            <a:r>
              <a:rPr lang="en-GT" b="1" dirty="0"/>
              <a:t>Hechos de Transito: </a:t>
            </a:r>
            <a:r>
              <a:rPr lang="en-GT" dirty="0"/>
              <a:t>Atropellos, Choques, Enbarrancamientos, etc.</a:t>
            </a:r>
          </a:p>
          <a:p>
            <a:pPr marL="0" indent="0">
              <a:buNone/>
            </a:pPr>
            <a:endParaRPr lang="en-G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82BFF-6BA5-5B9C-8F63-2257AF9CC8BE}"/>
              </a:ext>
            </a:extLst>
          </p:cNvPr>
          <p:cNvSpPr txBox="1"/>
          <p:nvPr/>
        </p:nvSpPr>
        <p:spPr>
          <a:xfrm>
            <a:off x="6261970" y="1690256"/>
            <a:ext cx="524423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effectLst/>
                <a:latin typeface="Courier New" panose="02070309020205020404" pitchFamily="49" charset="0"/>
              </a:rPr>
              <a:t>Catálogo</a:t>
            </a:r>
            <a:r>
              <a:rPr lang="en-US" sz="1400" b="1" dirty="0">
                <a:effectLst/>
                <a:latin typeface="Courier New" panose="02070309020205020404" pitchFamily="49" charset="0"/>
              </a:rPr>
              <a:t>: </a:t>
            </a:r>
            <a:r>
              <a:rPr lang="en-US" sz="1400" b="1" dirty="0" err="1">
                <a:effectLst/>
                <a:latin typeface="Courier New" panose="02070309020205020404" pitchFamily="49" charset="0"/>
              </a:rPr>
              <a:t>cat_ine_trafico_dev</a:t>
            </a:r>
            <a:endParaRPr lang="en-US" sz="1400" dirty="0"/>
          </a:p>
          <a:p>
            <a:pPr lvl="1"/>
            <a:r>
              <a:rPr lang="en-US" sz="1400" b="1" dirty="0" err="1">
                <a:latin typeface="Courier New" panose="02070309020205020404" pitchFamily="49" charset="0"/>
              </a:rPr>
              <a:t>Esquema</a:t>
            </a:r>
            <a:r>
              <a:rPr lang="en-US" sz="1400" b="1" dirty="0">
                <a:latin typeface="Courier New" panose="02070309020205020404" pitchFamily="49" charset="0"/>
              </a:rPr>
              <a:t>: </a:t>
            </a:r>
            <a:r>
              <a:rPr lang="en-US" sz="1400" b="1" dirty="0" err="1">
                <a:effectLst/>
                <a:latin typeface="Courier New" panose="02070309020205020404" pitchFamily="49" charset="0"/>
              </a:rPr>
              <a:t>bronze_ine_trafico_dev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ine_aux_fallecidos_lesionados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ine_aux_hechos_transito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ine_aux_vehiculos</a:t>
            </a:r>
            <a:endParaRPr lang="en-US" sz="1400" dirty="0">
              <a:effectLst/>
            </a:endParaRPr>
          </a:p>
          <a:p>
            <a:pPr lvl="1"/>
            <a:r>
              <a:rPr lang="en-US" sz="1400" b="1" dirty="0" err="1">
                <a:effectLst/>
                <a:latin typeface="Courier New" panose="02070309020205020404" pitchFamily="49" charset="0"/>
              </a:rPr>
              <a:t>Esquema</a:t>
            </a:r>
            <a:r>
              <a:rPr lang="en-US" sz="1400" b="1" dirty="0">
                <a:effectLst/>
                <a:latin typeface="Courier New" panose="02070309020205020404" pitchFamily="49" charset="0"/>
              </a:rPr>
              <a:t>: </a:t>
            </a:r>
            <a:r>
              <a:rPr lang="en-US" sz="1400" b="1" dirty="0" err="1">
                <a:effectLst/>
                <a:latin typeface="Courier New" panose="02070309020205020404" pitchFamily="49" charset="0"/>
              </a:rPr>
              <a:t>silver_ine_trafico_dev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dim_ine_color_veh</a:t>
            </a:r>
            <a:endParaRPr lang="en-US" sz="1400" dirty="0">
              <a:effectLst/>
            </a:endParaRPr>
          </a:p>
          <a:p>
            <a:pPr lvl="4"/>
            <a:r>
              <a:rPr lang="en-US" sz="1400" dirty="0">
                <a:effectLst/>
                <a:latin typeface="Courier New" panose="02070309020205020404" pitchFamily="49" charset="0"/>
              </a:rPr>
              <a:t>...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dim_ine_tipo_veh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th_fallecidos_lesionados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th_hechos_transito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th_vehiculos_involucrados</a:t>
            </a:r>
            <a:endParaRPr lang="en-US" sz="1400" dirty="0">
              <a:effectLst/>
            </a:endParaRPr>
          </a:p>
          <a:p>
            <a:pPr lvl="1"/>
            <a:r>
              <a:rPr lang="en-US" sz="1400" b="1" dirty="0" err="1">
                <a:effectLst/>
                <a:latin typeface="Courier New" panose="02070309020205020404" pitchFamily="49" charset="0"/>
              </a:rPr>
              <a:t>Esquema</a:t>
            </a:r>
            <a:r>
              <a:rPr lang="en-US" sz="1400" b="1" dirty="0">
                <a:effectLst/>
                <a:latin typeface="Courier New" panose="02070309020205020404" pitchFamily="49" charset="0"/>
              </a:rPr>
              <a:t>: </a:t>
            </a:r>
            <a:r>
              <a:rPr lang="en-US" sz="1400" b="1" dirty="0" err="1">
                <a:effectLst/>
                <a:latin typeface="Courier New" panose="02070309020205020404" pitchFamily="49" charset="0"/>
              </a:rPr>
              <a:t>gold_ine_trafico_dev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ine_victimas_depto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ine_victimas_depto_guate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ine_victimas_depto_guate_zona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ine_victimas_genero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ine_victimas_genero_tevento</a:t>
            </a:r>
            <a:endParaRPr lang="en-US" sz="1400" dirty="0">
              <a:effectLst/>
            </a:endParaRPr>
          </a:p>
          <a:p>
            <a:pPr lvl="4"/>
            <a:r>
              <a:rPr lang="en-US" sz="1400" dirty="0" err="1">
                <a:effectLst/>
                <a:latin typeface="Courier New" panose="02070309020205020404" pitchFamily="49" charset="0"/>
              </a:rPr>
              <a:t>ine_victimas_genero_vehiculo</a:t>
            </a:r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4142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2C5E-7896-7A96-366A-79C462FD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299" y="127842"/>
            <a:ext cx="6196445" cy="850058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R</a:t>
            </a:r>
            <a:r>
              <a:rPr lang="en-GT" b="1" dirty="0">
                <a:latin typeface="+mn-lt"/>
              </a:rPr>
              <a:t>epostorio en github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B56D3F-3809-1290-AED9-F2A307945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031" y="1889125"/>
            <a:ext cx="11427460" cy="45997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A21C1-0E58-0810-B982-5A79CFB1E84C}"/>
              </a:ext>
            </a:extLst>
          </p:cNvPr>
          <p:cNvSpPr txBox="1"/>
          <p:nvPr/>
        </p:nvSpPr>
        <p:spPr>
          <a:xfrm>
            <a:off x="4862945" y="1248846"/>
            <a:ext cx="665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https://</a:t>
            </a:r>
            <a:r>
              <a:rPr lang="en-US" b="1" dirty="0" err="1"/>
              <a:t>github.com</a:t>
            </a:r>
            <a:r>
              <a:rPr lang="en-US" b="1" dirty="0"/>
              <a:t>/</a:t>
            </a:r>
            <a:r>
              <a:rPr lang="en-US" b="1" dirty="0" err="1"/>
              <a:t>RubenIII</a:t>
            </a:r>
            <a:r>
              <a:rPr lang="en-US" b="1" dirty="0"/>
              <a:t>/gt_ine_hechos_transito_2023</a:t>
            </a:r>
            <a:endParaRPr lang="en-GT" b="1" dirty="0"/>
          </a:p>
        </p:txBody>
      </p:sp>
    </p:spTree>
    <p:extLst>
      <p:ext uri="{BB962C8B-B14F-4D97-AF65-F5344CB8AC3E}">
        <p14:creationId xmlns:p14="http://schemas.microsoft.com/office/powerpoint/2010/main" val="420170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9EE7-8D13-36C8-F42E-8690393A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>
            <a:noAutofit/>
          </a:bodyPr>
          <a:lstStyle/>
          <a:p>
            <a:r>
              <a:rPr lang="en-US" sz="3600" b="1" dirty="0"/>
              <a:t>D</a:t>
            </a:r>
            <a:r>
              <a:rPr lang="en-GT" sz="3600" b="1" dirty="0"/>
              <a:t>ashboards</a:t>
            </a:r>
            <a:br>
              <a:rPr lang="en-GT" sz="2800" b="1" dirty="0"/>
            </a:br>
            <a:r>
              <a:rPr lang="en-GT" sz="2800" dirty="0"/>
              <a:t>Lesionados y Fallecidos por departamento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E328CF-C8D4-D86B-DA46-FCACE20D8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574" y="2057401"/>
            <a:ext cx="8740608" cy="4674774"/>
          </a:xfrm>
        </p:spPr>
      </p:pic>
    </p:spTree>
    <p:extLst>
      <p:ext uri="{BB962C8B-B14F-4D97-AF65-F5344CB8AC3E}">
        <p14:creationId xmlns:p14="http://schemas.microsoft.com/office/powerpoint/2010/main" val="2670669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E30B-D0B8-FE04-EF87-8B8C705A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D</a:t>
            </a:r>
            <a:r>
              <a:rPr lang="en-GT" sz="2400" b="1" dirty="0"/>
              <a:t>ashboards</a:t>
            </a:r>
            <a:br>
              <a:rPr lang="en-GT" sz="2400" b="1" dirty="0"/>
            </a:br>
            <a:r>
              <a:rPr lang="en-GT" sz="2400" b="1" dirty="0"/>
              <a:t>victimas de incidentes de transito por genero</a:t>
            </a:r>
            <a:endParaRPr lang="en-GT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B5372-4896-3DEA-352B-667DBA0E8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202" y="1920564"/>
            <a:ext cx="8610600" cy="4581281"/>
          </a:xfrm>
        </p:spPr>
      </p:pic>
    </p:spTree>
    <p:extLst>
      <p:ext uri="{BB962C8B-B14F-4D97-AF65-F5344CB8AC3E}">
        <p14:creationId xmlns:p14="http://schemas.microsoft.com/office/powerpoint/2010/main" val="248260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0DAF-1122-5BAA-5A24-FA9CB409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0" y="4345773"/>
            <a:ext cx="8610600" cy="1293028"/>
          </a:xfrm>
        </p:spPr>
        <p:txBody>
          <a:bodyPr>
            <a:normAutofit/>
          </a:bodyPr>
          <a:lstStyle/>
          <a:p>
            <a:r>
              <a:rPr lang="en-US" sz="6600" b="1" dirty="0"/>
              <a:t>¡</a:t>
            </a:r>
            <a:r>
              <a:rPr lang="en-US" sz="6600" b="1" dirty="0" err="1"/>
              <a:t>muchas</a:t>
            </a:r>
            <a:r>
              <a:rPr lang="en-US" sz="6600" b="1" dirty="0"/>
              <a:t> gracias!</a:t>
            </a:r>
            <a:endParaRPr lang="en-GT" sz="6600" b="1" dirty="0"/>
          </a:p>
        </p:txBody>
      </p:sp>
    </p:spTree>
    <p:extLst>
      <p:ext uri="{BB962C8B-B14F-4D97-AF65-F5344CB8AC3E}">
        <p14:creationId xmlns:p14="http://schemas.microsoft.com/office/powerpoint/2010/main" val="227496381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353</TotalTime>
  <Words>475</Words>
  <Application>Microsoft Macintosh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Courier New</vt:lpstr>
      <vt:lpstr>Vapor Trail</vt:lpstr>
      <vt:lpstr>Análisis de Incidentes de Transito en Guatemala 2023</vt:lpstr>
      <vt:lpstr>Objetivo del Proyecto</vt:lpstr>
      <vt:lpstr>alcance</vt:lpstr>
      <vt:lpstr>PowerPoint Presentation</vt:lpstr>
      <vt:lpstr>Contenedores medallon</vt:lpstr>
      <vt:lpstr>Meta store en unity catalog</vt:lpstr>
      <vt:lpstr>Credential managed identity</vt:lpstr>
      <vt:lpstr>Extenal Location</vt:lpstr>
      <vt:lpstr>Workspace desarrollo en databricks</vt:lpstr>
      <vt:lpstr>Catálogo &gt; esquema &gt; tabla</vt:lpstr>
      <vt:lpstr>Repostorio en github</vt:lpstr>
      <vt:lpstr>Dashboards Lesionados y Fallecidos por departamento</vt:lpstr>
      <vt:lpstr>Dashboards victimas de incidentes de transito por genero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Rubén Coloma</dc:creator>
  <cp:lastModifiedBy>Rubén Coloma</cp:lastModifiedBy>
  <cp:revision>1</cp:revision>
  <dcterms:created xsi:type="dcterms:W3CDTF">2025-11-14T14:38:45Z</dcterms:created>
  <dcterms:modified xsi:type="dcterms:W3CDTF">2025-11-14T20:44:52Z</dcterms:modified>
</cp:coreProperties>
</file>